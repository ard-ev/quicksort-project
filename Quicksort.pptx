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051FE9-F913-51BC-6230-D82F52888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6ADDD3B-224F-7F71-3364-C699283F6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A144C5-5FAB-25F3-9D15-A7D5C7963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8ADB-10A4-4B59-BC60-14F10E9BDFAF}" type="datetimeFigureOut">
              <a:rPr lang="de-CH" smtClean="0"/>
              <a:t>12.08.2026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AF8C3B-783B-7E0F-C5DA-60A17ECD1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108F01-B80E-9BF5-441B-F445AB89B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0A3DE-9484-4F36-B3FA-60FEA523739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87162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2AEF17-C140-6E2D-A51C-937705745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8DD13D-E719-D16D-C0FB-B0C16CE36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1725EF-1575-8298-67DB-9FBE41942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8ADB-10A4-4B59-BC60-14F10E9BDFAF}" type="datetimeFigureOut">
              <a:rPr lang="de-CH" smtClean="0"/>
              <a:t>12.08.2026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95702C-0166-B49B-19F6-25A98B372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35CA4E-8BF0-14C5-9C6C-DBEE65DFC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0A3DE-9484-4F36-B3FA-60FEA523739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63451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BE325B-6E62-98A7-D77B-B788FC674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7CE094-CDCF-C466-D558-80AB0FB03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DAEF1C-AEBF-5D9C-31A6-1393D1733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8ADB-10A4-4B59-BC60-14F10E9BDFAF}" type="datetimeFigureOut">
              <a:rPr lang="de-CH" smtClean="0"/>
              <a:t>12.08.2026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C49CA8-FCB6-D940-DB12-C74095CA9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1D72ADE-A5AD-BCA4-27C6-CBA62EBFA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0A3DE-9484-4F36-B3FA-60FEA523739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3409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59943D-B0B9-27FE-216E-5C14A25A1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DA90E8-84BB-6AA1-61D8-C0AF7222B7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9112A08-ECD1-D82A-A092-6A6A0D303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16135F-6085-DE08-A73A-E7DD96078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8ADB-10A4-4B59-BC60-14F10E9BDFAF}" type="datetimeFigureOut">
              <a:rPr lang="de-CH" smtClean="0"/>
              <a:t>12.08.2026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F80FF79-7407-38F2-5817-9C982B622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7113A6-16F0-43CF-F97C-898C36FD4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0A3DE-9484-4F36-B3FA-60FEA523739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77432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020D3D-6714-45A0-9C35-DA33E8892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B8D2F3-9667-B2EC-6E75-2C23B2C06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7897F35-4D32-B49A-2423-D2ED7BBDB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28230C1-97D6-3499-7856-44980E6F31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A778DBC-AD6B-BEE9-22EA-EB0F2AD74F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7D48D8-5D6D-9B8B-D4AA-89515DE01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8ADB-10A4-4B59-BC60-14F10E9BDFAF}" type="datetimeFigureOut">
              <a:rPr lang="de-CH" smtClean="0"/>
              <a:t>12.08.2026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549E643-F88C-4629-C861-A384604F2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673DA3-25F2-0A78-D0F8-1FADF592C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0A3DE-9484-4F36-B3FA-60FEA523739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38337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C0AF26-647D-9E78-5922-E3482FD34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4FF1E00-8BE1-081D-9B3B-7AC4ECF3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8ADB-10A4-4B59-BC60-14F10E9BDFAF}" type="datetimeFigureOut">
              <a:rPr lang="de-CH" smtClean="0"/>
              <a:t>12.08.2026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FC2C177-021F-B81F-984F-4FCC49708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D509E32-30A6-9797-1E22-F40619CB8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0A3DE-9484-4F36-B3FA-60FEA523739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77166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321DC8B-8330-E2BE-F1E8-13B8581B6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8ADB-10A4-4B59-BC60-14F10E9BDFAF}" type="datetimeFigureOut">
              <a:rPr lang="de-CH" smtClean="0"/>
              <a:t>12.08.2026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A7D7E0A-B28D-FA9E-D00E-74ADCD78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3CE42A-EF93-7BA1-673C-7978F9948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0A3DE-9484-4F36-B3FA-60FEA523739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8892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58170D-2F3D-C9FB-91E8-F530CDE16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146BBF-C0E6-8189-39F5-CB2057ED5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3D379D-B94F-238E-2D35-D3286A2D5E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8D3CC9B-2081-122D-5503-08C4E4259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8ADB-10A4-4B59-BC60-14F10E9BDFAF}" type="datetimeFigureOut">
              <a:rPr lang="de-CH" smtClean="0"/>
              <a:t>12.08.2026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2B8488E-8065-2008-681B-779B4FDD8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0BE090F-6711-84D6-7FB9-C71F96899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0A3DE-9484-4F36-B3FA-60FEA523739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4993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0EFD8C-1C6A-0776-7DD3-99AFC386A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3CDD179-27B5-725A-4236-241704A88A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7C5CAD1-72C6-929D-9203-73FF83ED3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DFAB769-6F7F-AE8C-4FB3-6F1B86D21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8ADB-10A4-4B59-BC60-14F10E9BDFAF}" type="datetimeFigureOut">
              <a:rPr lang="de-CH" smtClean="0"/>
              <a:t>12.08.2026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489A000-E8BC-1780-773B-211AEF397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34BBF82-86C0-C0D9-5D54-5F948371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0A3DE-9484-4F36-B3FA-60FEA523739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78139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A2E098-7462-E02D-06EB-6FB68204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6E49BC2-CAE0-C34F-D62F-9FA20C06C8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5BF3816-A99F-89DA-793E-54A64457E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8ADB-10A4-4B59-BC60-14F10E9BDFAF}" type="datetimeFigureOut">
              <a:rPr lang="de-CH" smtClean="0"/>
              <a:t>12.08.2026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BCBA5B8-3E9D-4760-A175-0F0BA213F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BEFD99-A8D1-CA87-FA78-3AF0AE7D2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0A3DE-9484-4F36-B3FA-60FEA523739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08650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1F07C00-2ACB-768E-4787-A78F77B811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A42F319-11A4-0542-5149-16844AF82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952DA6-F1FF-835D-0AFA-E8D0F5262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8ADB-10A4-4B59-BC60-14F10E9BDFAF}" type="datetimeFigureOut">
              <a:rPr lang="de-CH" smtClean="0"/>
              <a:t>12.08.2026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4686A47-8DAA-527D-E07F-BFB1DF7B8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A84B24-A843-9C0F-87AC-62E3FC9A6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0A3DE-9484-4F36-B3FA-60FEA523739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48303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31BE8DC-7237-0DBB-CD6A-D95DC9A93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F9334C3-C3C6-17BE-9B96-365FDE1A8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D886A8-5690-A62F-E90E-319FF85A35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808ADB-10A4-4B59-BC60-14F10E9BDFAF}" type="datetimeFigureOut">
              <a:rPr lang="de-CH" smtClean="0"/>
              <a:t>12.08.2026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60FFF2-840A-C4BC-9B97-E40DBB029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BA26083-EB95-A623-10A7-F97049BDC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D0A3DE-9484-4F36-B3FA-60FEA523739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58731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2483E4-84A2-ECBF-4965-7A7986ECC0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Quicksort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7F9C4B2-C73E-1970-3BC7-9BC66A0786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 err="1"/>
              <a:t>Programming</a:t>
            </a:r>
            <a:r>
              <a:rPr lang="de-CH" dirty="0"/>
              <a:t> </a:t>
            </a:r>
            <a:r>
              <a:rPr lang="de-CH" dirty="0" err="1"/>
              <a:t>Foundation</a:t>
            </a:r>
            <a:r>
              <a:rPr lang="de-CH" dirty="0"/>
              <a:t> II</a:t>
            </a:r>
          </a:p>
        </p:txBody>
      </p:sp>
    </p:spTree>
    <p:extLst>
      <p:ext uri="{BB962C8B-B14F-4D97-AF65-F5344CB8AC3E}">
        <p14:creationId xmlns:p14="http://schemas.microsoft.com/office/powerpoint/2010/main" val="1587979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6C96303856C0B4AB60F7A117E0597E8" ma:contentTypeVersion="6" ma:contentTypeDescription="Ein neues Dokument erstellen." ma:contentTypeScope="" ma:versionID="0af04692270943b2dbd21270e8cb3534">
  <xsd:schema xmlns:xsd="http://www.w3.org/2001/XMLSchema" xmlns:xs="http://www.w3.org/2001/XMLSchema" xmlns:p="http://schemas.microsoft.com/office/2006/metadata/properties" xmlns:ns3="9975a1c8-4b42-4a48-804c-639778ea6a98" targetNamespace="http://schemas.microsoft.com/office/2006/metadata/properties" ma:root="true" ma:fieldsID="645b28cd9837c47f4dce09eb76aad64c" ns3:_="">
    <xsd:import namespace="9975a1c8-4b42-4a48-804c-639778ea6a9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75a1c8-4b42-4a48-804c-639778ea6a9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975a1c8-4b42-4a48-804c-639778ea6a98" xsi:nil="true"/>
  </documentManagement>
</p:properties>
</file>

<file path=customXml/itemProps1.xml><?xml version="1.0" encoding="utf-8"?>
<ds:datastoreItem xmlns:ds="http://schemas.openxmlformats.org/officeDocument/2006/customXml" ds:itemID="{715B7DEE-4D5D-42D3-A791-D34DEB16A01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06F369-F7C3-4140-B7A2-331C825598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75a1c8-4b42-4a48-804c-639778ea6a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0C0D0ED-5C31-4847-8809-A03DF57BDA93}">
  <ds:schemaRefs>
    <ds:schemaRef ds:uri="http://www.w3.org/XML/1998/namespace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9975a1c8-4b42-4a48-804c-639778ea6a9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Breitbild</PresentationFormat>
  <Paragraphs>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Quicksort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Ard Sadiki</dc:creator>
  <cp:lastModifiedBy>Ard Sadiki</cp:lastModifiedBy>
  <cp:revision>2</cp:revision>
  <dcterms:created xsi:type="dcterms:W3CDTF">2026-08-10T12:57:23Z</dcterms:created>
  <dcterms:modified xsi:type="dcterms:W3CDTF">2026-08-12T19:47:19Z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0x010100B6C96303856C0B4AB60F7A117E0597E8</vt:lpwstr>
  </property>
</Properties>
</file>